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90" r:id="rId2"/>
    <p:sldId id="375" r:id="rId3"/>
    <p:sldId id="376" r:id="rId4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4"/>
    <p:restoredTop sz="94658"/>
  </p:normalViewPr>
  <p:slideViewPr>
    <p:cSldViewPr snapToGrid="0">
      <p:cViewPr varScale="1">
        <p:scale>
          <a:sx n="120" d="100"/>
          <a:sy n="120" d="100"/>
        </p:scale>
        <p:origin x="3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EF8D7-E618-E141-ABBB-9977E730D5A4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E8481-DB90-E54A-87A6-FE547BB7078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15148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9E658-F608-5D24-7431-95CB3A979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1ED5B-4613-8093-50CD-24638F5DA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D93C0-F1E7-E117-3A18-DBB308C31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A8E99-3964-82B4-2AD0-FCEC4AB17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CC541-8F80-9817-0D38-0BA0BC90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1458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DF01-0C8F-722D-A95D-2C8CB1E55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AB06A-83CA-051E-AF15-6AB187D01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E543-8686-97FE-9457-7695E713B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BECFF-BA43-B82A-FC9C-825CF10C4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0D3A0-3062-C77D-2E7B-EA0068B9D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81198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004E3-39D4-3AFC-8677-B5F2DA6DA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169E2-7446-292D-4179-78ABEA69C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2EE35-91BA-A126-9642-0A5115BA5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E70A2-6BC8-AA6E-5AA2-C8925A543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525A5-64AF-9FF8-3368-1DF7AA925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0966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BFE5E-231F-1837-0A36-C6E2967D4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40916-01B7-E52B-2F0B-F0CA98352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496D6-AC89-65D0-50DE-5E4DEBDAF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D3C50-4E06-FE0B-374E-A0A2C37F8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89079-844C-7078-1313-008DAC79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A664E-34BC-4AAD-1303-DF10BBE4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1943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7D4DD-E4AF-3FA8-2F47-85CA1C98A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0A812-0FB9-BF14-2787-82AB97BBD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8E49F-DFC0-DA8D-5104-982ABE2A9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A4F0B-8D9E-CCBB-F068-1CF3AF96D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A955A8-D3BB-9AFD-115E-00A38EEAD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515F3E-484E-F42C-BFD1-265B8A2F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83745D-8020-27F1-D1A7-4FF9EE483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9E1643-6301-ACEA-B8F1-E1D2749D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6663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C2DDF-2415-4F6B-9007-6F2C45CCE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7F874-1404-BCE5-A03C-A4AA2FD4C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801BC-731D-E2D7-B16F-A30E5982F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AF534-78BB-0851-D5AC-D099E63F2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33287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234F4F-58A8-2B03-3356-6CC4A667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E76757-6675-E5A0-A8A4-CE496923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A46D8-0C11-7F95-C89E-F7EB9C10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48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717A-AF26-6DCB-6C61-2EA628136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45C36-FE4D-834B-9C40-D66B6D62E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4A6F0-29BE-6465-D545-23DCAC038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77A4C-3506-5768-E50C-846DB0406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C77C2-120E-2F4F-D26A-B8361734D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E8892-220A-7C45-6849-210089E63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71061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A05E-CDF8-AC4F-A450-804E1095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69C903-3184-F5E5-BFB1-BA4F60EEDE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53770-5D72-7208-C44A-B499D77F6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29DAD-A2AA-C213-23CD-FC61BF0A1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97087-1CBA-2BF8-99CA-D287B7140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31645-466A-3A8E-326C-2E12C9C05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73348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47310-30B0-94AD-6A6D-729A2A55A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2AC9D-4422-094B-11B5-47AC6ACA3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5A32A-A058-1FC7-37B3-5CC334715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2C13C-C01D-DEB7-4873-EB80222C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8DB11-70E8-31EE-3F5E-0F8E68214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0231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61DE4D-03C0-BBCB-A74F-28339E0EA0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BB6A1E-7DE7-B0F1-DD4E-FA6780745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CF253-F632-0699-9B01-F54F929FF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8CADC-263E-C3B7-2FFC-4D8C1B45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461BE-2ADB-43F9-1D04-FCD405900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69294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14C9FD-4C54-C98F-8740-7BB23F9F8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4E627-9F84-714A-454C-2F67615C3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444F4-01C3-E10F-4B42-19FDA16433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2003E-AC55-872F-736A-24EDF61A3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DFE80-4539-10D3-AE69-3E6BABF75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23047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67F39-1B9E-C471-B74F-3C3053631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805180"/>
            <a:ext cx="9144000" cy="2387600"/>
          </a:xfrm>
        </p:spPr>
        <p:txBody>
          <a:bodyPr>
            <a:normAutofit/>
          </a:bodyPr>
          <a:lstStyle/>
          <a:p>
            <a:r>
              <a:rPr lang="en-GB" sz="3200" dirty="0"/>
              <a:t>Multimodal NGS analysis of gene expression and chromatin state in the olfactory epithelium</a:t>
            </a:r>
            <a:endParaRPr lang="en-IT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1FC96B-9C44-95CA-7B01-FA9E26976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>
            <a:normAutofit/>
          </a:bodyPr>
          <a:lstStyle/>
          <a:p>
            <a:r>
              <a:rPr lang="en-IT" dirty="0">
                <a:latin typeface="+mj-lt"/>
              </a:rPr>
              <a:t>UBDS^3 2026 | Week 2, Day 3</a:t>
            </a:r>
          </a:p>
          <a:p>
            <a:r>
              <a:rPr lang="en-IT" dirty="0">
                <a:latin typeface="+mj-lt"/>
              </a:rPr>
              <a:t>Tutor: Lisa Korneeva        TA: Oleksandr Lykhenko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DC9097-F3BF-2F01-3A15-78338A81E9F1}"/>
              </a:ext>
            </a:extLst>
          </p:cNvPr>
          <p:cNvSpPr txBox="1">
            <a:spLocks/>
          </p:cNvSpPr>
          <p:nvPr/>
        </p:nvSpPr>
        <p:spPr>
          <a:xfrm>
            <a:off x="1524000" y="2721934"/>
            <a:ext cx="9144000" cy="12023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4000" b="1" dirty="0"/>
              <a:t>ChIP-seq workflow</a:t>
            </a:r>
          </a:p>
        </p:txBody>
      </p:sp>
    </p:spTree>
    <p:extLst>
      <p:ext uri="{BB962C8B-B14F-4D97-AF65-F5344CB8AC3E}">
        <p14:creationId xmlns:p14="http://schemas.microsoft.com/office/powerpoint/2010/main" val="4073530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F145E-A5FE-8BDB-F575-083F40E55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 dirty="0">
                <a:solidFill>
                  <a:schemeClr val="accent1"/>
                </a:solidFill>
              </a:rPr>
              <a:t>What is ChiP-Seq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C3241-03FF-C294-AE59-932A6F22C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Identify where a specific protein binds</a:t>
            </a:r>
            <a:r>
              <a:rPr lang="en-GB" dirty="0"/>
              <a:t> on the DNA. </a:t>
            </a:r>
          </a:p>
          <a:p>
            <a:pPr marL="0" indent="0">
              <a:buNone/>
            </a:pPr>
            <a:r>
              <a:rPr lang="en-GB" dirty="0"/>
              <a:t>Common targets are: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Transcription factors</a:t>
            </a:r>
            <a:r>
              <a:rPr lang="en-GB" dirty="0"/>
              <a:t> (e.g., CTCF, p53)</a:t>
            </a:r>
          </a:p>
          <a:p>
            <a:r>
              <a:rPr lang="en-GB" b="1" dirty="0"/>
              <a:t>Histone modifications</a:t>
            </a:r>
            <a:r>
              <a:rPr lang="en-GB" dirty="0"/>
              <a:t> (e.g., H3K27ac, H3K9me3)</a:t>
            </a:r>
          </a:p>
          <a:p>
            <a:r>
              <a:rPr lang="en-GB" dirty="0"/>
              <a:t>Any DNA-associated protein of interest.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907999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hromatin immunoprecipitation (ChIP) in vivo principle. Cells or... |  Download Scientific Diagram">
            <a:extLst>
              <a:ext uri="{FF2B5EF4-FFF2-40B4-BE49-F238E27FC236}">
                <a16:creationId xmlns:a16="http://schemas.microsoft.com/office/drawing/2014/main" id="{D6B4BA27-E096-48F1-9509-B2C3CDB4E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0"/>
            <a:ext cx="5299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CC2234-46AE-78A5-8830-7BB6588F8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7139" y="0"/>
            <a:ext cx="1794861" cy="180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79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5281</TotalTime>
  <Words>80</Words>
  <Application>Microsoft Macintosh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Multimodal NGS analysis of gene expression and chromatin state in the olfactory epithelium</vt:lpstr>
      <vt:lpstr>What is ChiP-Seq for?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 Korneeva</dc:creator>
  <cp:lastModifiedBy>Lisa</cp:lastModifiedBy>
  <cp:revision>25</cp:revision>
  <cp:lastPrinted>2025-07-25T06:08:56Z</cp:lastPrinted>
  <dcterms:created xsi:type="dcterms:W3CDTF">2025-07-18T14:42:58Z</dcterms:created>
  <dcterms:modified xsi:type="dcterms:W3CDTF">2026-07-13T15:00:25Z</dcterms:modified>
</cp:coreProperties>
</file>